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slide" Target="slides/slide9.xml"/>
  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lt2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Samjha? Rx (سمجھا؟)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AI Prescription Intelligence &amp; Pharmacist Assistance Platform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Make your prescription make sense • نسخہ سمجھیں، بے فکری سے صحت مند رہیں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Founder: Uzair Ahmad (Pharm.D Candidate, FUUAST Karachi)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Google AI Hackathon 2026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1 of 10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1. The Healthcare Blind Spot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Over 60% of medication errors in developing markets occur AFTER leaving the pharmacy.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Illegible handwriting and Latin abbreviations (TDS, PC, × 5/7) confuse patients.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Language barrier: Prescriptions are written in English shorthand, but patients speak Urdu or Roman Urdu.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General AI chatbots dangerously hallucinate doses and guess unclear drug names.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2 of 10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2. The Product: Samjha? Rx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A patient-first mobile companion on Android Jetpack Compose + Pharmacist Review workspace.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Reliable multimodal prescription extraction (CameraX + Gemini Vision OCR).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Plain-language instructions in English, Roman Urdu, and native Urdu script (RTL).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Visual 24-hour daily timeline grid with meal timing rules (AC/PC) and AlarmManager dose reminders.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3 of 10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3. The Core Innovation: The Uncertainty Gate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Safety Contract: Never guess unclear handwriting, drug names, or doses.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Confidence-gated OCR: If handwriting confidence &lt; 85% or strength/frequency is missing, the field stays flagged.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Actionable Schedule Lock: Dosage schedule is locked until confirmed by human in the loop.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Direct one-tap escalation to dispensing pharmacist.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4 of 10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4. Multilingual &amp; Cultural Tailoring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Pakistan-First Context: Pre-mapped for top national brands (Augmentin, Brufen, Glucophage, Lipitor, Disprin, Nexum, Ciproxin).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Roman Urdu Phonetic Phrasing: 'Subah aur shaam khaney ke baad lein' — how families actually speak.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Urdu Nastaliq Support: Native Right-to-Left Arabic-script typography with comfortable scaling.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5 of 10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5. Deterministic Clinical Safety Rules Engine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Zero-Hallucination Neuro-symbolic Architecture: LLMs assist with OCR and translation; peer-reviewed rules evaluate safety.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Reference Standards: British National Formulary (BNF 84), Pakistan National Formulary (PNF), FDA Drug Safety, WHO AMR.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Rule Outcomes: NO_ISSUES_FOUND (never claims 'safe/approved'), FLAG, or UNABLE_TO_CHECK.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Covers NSAID stomach protection, Ciprofloxacin chelation, paracetamol toxicity, and antibiotic courses.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6 of 10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6. Pharmacist Review &amp; Referral Route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Dedicated route for community &amp; hospital pharmacists.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Audit trace: Rule IDs, clinical rationale, evidence citations, and action owners.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SBAR Prescriber Query Builder: Automatically drafts structured clarification notes for doctors.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Digital sign-off recording pharmacist verification.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7 of 10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7. Privacy-by-Design &amp; Security Architecture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On-device Room Database: Prescription records stored locally in SQLite (`samjha_rx.db`).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Cloud Backup Exclusion: Excluded from Android cloud auto-backup to prevent health data leaks.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4-Digit Local PIN Lock: Prevents casual shoulder-surfing on personal devices.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Masked Referral Exports: Names, phone numbers, and addresses are stripped before sharing.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8 of 10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8. Production Technology Stack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Frontend: 100% Kotlin Jetpack Compose, Material Design 3 editorial glassmorphic UI.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Camera Engine: Android CameraX (camera2, lifecycle, core, view) with reticle viewfinder.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Local Storage: Android Jetpack Room (Entity, DAO, Database) + SharedPreferences.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Intelligence: Google Gemini 3.8 Flash / 2.5 Flash via secure REST API with offline fallbacks.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Notifications: Android AlarmManager + BroadcastReceiver + NotificationCompat.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9 of 10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!-- Background Card Accent -->
      <p:sp>
        <p:nvSpPr>
          <p:cNvPr id="2" name="HeaderBox"/>
          <p:cNvSpPr/>
          <p:nvPr/>
        </p:nvSpPr>
        <p:spPr>
          <a:xfrm>
            <a:off x="609600" y="45720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anchor="ctr"/>
          <a:p>
            <a:r>
              <a:rPr lang="en-US" sz="3200" b="1">
                <a:solidFill>
                  <a:srgbClr val="4F46E5"/>
                </a:solidFill>
              </a:rPr>
              <a:t>9. Traction, Roadmap &amp; The Ask</a:t>
            </a:r>
          </a:p>
        </p:txBody>
      </p:sp>
      <!-- Slide Content Body -->
      <p:sp>
        <p:nvSpPr>
          <p:cNvPr id="3" name="ContentBox"/>
          <p:cNvSpPr/>
          <p:nvPr/>
        </p:nvSpPr>
        <p:spPr>
          <a:xfrm>
            <a:off x="762000" y="1905000"/>
            <a:ext cx="10668000" cy="4381500"/>
          </a:xfrm>
          <a:prstGeom prst="rect">
            <a:avLst/>
          </a:prstGeom>
          <a:noFill/>
        </p:spPr>
        <p:txBody>
          <a:bodyPr anchor="top"/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Phase 1 (Completed): Full native Android app, CameraX OCR, Room DB, deterministic clinical rules engine, multilingual UI.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Phase 2: Pilot deployments with community pharmacy chains in Karachi &amp; telemedicine integrations.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Phase 3: Offline on-device Gemini Nano integration for zero-latency rural clinics.</a:t>
            </a:r>
          </a:p>
          <a:p>
            <a:pPr marL="288000" indent="-288000"/>
            <a:r>
              <a:rPr lang="en-US" sz="2000">
                <a:solidFill>
                  <a:srgbClr val="1E293B"/>
                </a:solidFill>
              </a:rPr>
              <a:t>• The Ask: Clinical pilot partnerships, community pharmacy validation, and seed mentorship.</a:t>
            </a:r>
          </a:p>
        </p:txBody>
      </p:sp>
      <!-- Footer -->
      <p:sp>
        <p:nvSpPr>
          <p:cNvPr id="4" name="Footer"/>
          <p:cNvSpPr/>
          <p:nvPr/>
        </p:nvSpPr>
        <p:spPr>
          <a:xfrm>
            <a:off x="762000" y="6350000"/>
            <a:ext cx="10668000" cy="304800"/>
          </a:xfrm>
          <a:prstGeom prst="rect">
            <a:avLst/>
          </a:prstGeom>
          <a:noFill/>
        </p:spPr>
        <p:txBody>
          <a:bodyPr/>
          <a:p>
            <a:r>
              <a:rPr lang="en-US" sz="1100" i="1">
                <a:solidFill>
                  <a:srgbClr val="64748B"/>
                </a:solidFill>
              </a:rPr>
              <a:t>Samjha? Rx (سمجھا؟) • Uzair Ahmad • Confidential Pitch Presentation • Slide 10 of 10</a:t>
            </a:r>
          </a:p>
        </p:txBody>
      </p:sp>
    </p:spTree>
  </p:cSld>
</p:sld>
</file>

<file path=ppt/theme/theme1.xml><?xml version="1.0" encoding="utf-8"?>
<a:theme xmlns:a="http://schemas.openxmlformats.org/drawingml/2006/main" name="Samjha Rx Theme">
  <a:themeElements>
    <a:clrScheme name="SamjhaSchem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4F46E5"/>
      </a:accent1>
      <a:accent2>
        <a:srgbClr val="0D9488"/>
      </a:accent2>
      <a:accent3>
        <a:srgbClr val="D97706"/>
      </a:accent3>
      <a:accent4>
        <a:srgbClr val="E11D48"/>
      </a:accent4>
      <a:accent5>
        <a:srgbClr val="3B82F6"/>
      </a:accent5>
      <a:accent6>
        <a:srgbClr val="10B981"/>
      </a:accent6>
      <a:hlink>
        <a:srgbClr val="4F46E5"/>
      </a:hlink>
      <a:folHlink>
        <a:srgbClr val="3730A3"/>
      </a:folHlink>
    </a:clrScheme>
    <a:fontScheme name="SamjhaFon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